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40" d="100"/>
          <a:sy n="40" d="100"/>
        </p:scale>
        <p:origin x="82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349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6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-2743200"/>
            <a:ext cx="8229600" cy="8229600"/>
          </a:xfrm>
          <a:prstGeom prst="ellipse">
            <a:avLst/>
          </a:prstGeom>
          <a:solidFill>
            <a:srgbClr val="1B3A5C"/>
          </a:solidFill>
          <a:ln/>
        </p:spPr>
      </p:sp>
      <p:sp>
        <p:nvSpPr>
          <p:cNvPr id="3" name="Shape 1"/>
          <p:cNvSpPr/>
          <p:nvPr/>
        </p:nvSpPr>
        <p:spPr>
          <a:xfrm>
            <a:off x="13716000" y="5943600"/>
            <a:ext cx="7315200" cy="7315200"/>
          </a:xfrm>
          <a:prstGeom prst="ellipse">
            <a:avLst/>
          </a:prstGeom>
          <a:solidFill>
            <a:srgbClr val="0A1A2C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3108960"/>
            <a:ext cx="1828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30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DATA ANALYTICS WITH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0" y="3520440"/>
            <a:ext cx="18288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InsightByFrank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8732520" y="4709160"/>
            <a:ext cx="822960" cy="32004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7" name="Text 5"/>
          <p:cNvSpPr/>
          <p:nvPr/>
        </p:nvSpPr>
        <p:spPr>
          <a:xfrm>
            <a:off x="0" y="4937760"/>
            <a:ext cx="1828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i="1" dirty="0">
                <a:solidFill>
                  <a:srgbClr val="D9E4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Wireframes v3 — Finance Revenue, Expense &amp; Budget Analytics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0" y="9052560"/>
            <a:ext cx="1828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kern="0" spc="100" dirty="0">
                <a:solidFill>
                  <a:srgbClr val="8F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Canvas: 1920 × 1080  ·  Horizontal Filter Strip  ·  Palette: Emerald Ledger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37660" y="5943600"/>
            <a:ext cx="2331720" cy="457200"/>
          </a:xfrm>
          <a:prstGeom prst="roundRect">
            <a:avLst>
              <a:gd name="adj" fmla="val 50000"/>
            </a:avLst>
          </a:prstGeom>
          <a:ln w="15875">
            <a:solidFill>
              <a:srgbClr val="D9A44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37660" y="59436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Two-Panel Chart Grid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697980" y="5943600"/>
            <a:ext cx="2331720" cy="457200"/>
          </a:xfrm>
          <a:prstGeom prst="roundRect">
            <a:avLst>
              <a:gd name="adj" fmla="val 50000"/>
            </a:avLst>
          </a:prstGeom>
          <a:ln w="15875">
            <a:solidFill>
              <a:srgbClr val="D9A44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97980" y="59436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258300" y="5943600"/>
            <a:ext cx="2331720" cy="457200"/>
          </a:xfrm>
          <a:prstGeom prst="roundRect">
            <a:avLst>
              <a:gd name="adj" fmla="val 50000"/>
            </a:avLst>
          </a:prstGeom>
          <a:ln w="15875">
            <a:solidFill>
              <a:srgbClr val="D9A44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258300" y="59436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Waterfall Chart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1818620" y="5943600"/>
            <a:ext cx="2331720" cy="457200"/>
          </a:xfrm>
          <a:prstGeom prst="roundRect">
            <a:avLst>
              <a:gd name="adj" fmla="val 50000"/>
            </a:avLst>
          </a:prstGeom>
          <a:ln w="15875">
            <a:solidFill>
              <a:srgbClr val="D9A44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18620" y="594360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Navigation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371600"/>
          </a:xfrm>
          <a:prstGeom prst="rect">
            <a:avLst/>
          </a:prstGeom>
          <a:solidFill>
            <a:srgbClr val="1026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30452"/>
            <a:ext cx="18288000" cy="10800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5" name="Text 3"/>
          <p:cNvSpPr/>
          <p:nvPr/>
        </p:nvSpPr>
        <p:spPr>
          <a:xfrm>
            <a:off x="360948" y="280401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&amp; Expense Performance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950976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B9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business is performing right now</a:t>
            </a:r>
            <a:endParaRPr lang="en-US" sz="2000" dirty="0"/>
          </a:p>
        </p:txBody>
      </p:sp>
      <p:grpSp>
        <p:nvGrpSpPr>
          <p:cNvPr id="157" name="kpi">
            <a:extLst>
              <a:ext uri="{FF2B5EF4-FFF2-40B4-BE49-F238E27FC236}">
                <a16:creationId xmlns:a16="http://schemas.microsoft.com/office/drawing/2014/main" id="{43DFA44B-47F2-7D6E-B0E2-E46AFE5B1575}"/>
              </a:ext>
            </a:extLst>
          </p:cNvPr>
          <p:cNvGrpSpPr/>
          <p:nvPr/>
        </p:nvGrpSpPr>
        <p:grpSpPr>
          <a:xfrm>
            <a:off x="457200" y="1581752"/>
            <a:ext cx="17373600" cy="1188000"/>
            <a:chOff x="457200" y="1645920"/>
            <a:chExt cx="17373600" cy="1188000"/>
          </a:xfrm>
        </p:grpSpPr>
        <p:sp>
          <p:nvSpPr>
            <p:cNvPr id="12" name="Shape 10"/>
            <p:cNvSpPr/>
            <p:nvPr/>
          </p:nvSpPr>
          <p:spPr>
            <a:xfrm>
              <a:off x="457200" y="1645920"/>
              <a:ext cx="3313786" cy="1188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E7E3D9"/>
              </a:solidFill>
              <a:prstDash val="solid"/>
            </a:ln>
            <a:effectLst>
              <a:outerShdw blurRad="139700" dist="44450" dir="5400000" algn="bl" rotWithShape="0">
                <a:srgbClr val="0B1F3A">
                  <a:alpha val="14000"/>
                </a:srgbClr>
              </a:outerShdw>
            </a:effectLst>
          </p:spPr>
        </p:sp>
        <p:sp>
          <p:nvSpPr>
            <p:cNvPr id="13" name="Shape 11"/>
            <p:cNvSpPr/>
            <p:nvPr/>
          </p:nvSpPr>
          <p:spPr>
            <a:xfrm>
              <a:off x="3149194" y="1792224"/>
              <a:ext cx="457200" cy="457200"/>
            </a:xfrm>
            <a:prstGeom prst="ellipse">
              <a:avLst/>
            </a:prstGeom>
            <a:solidFill>
              <a:srgbClr val="10263F"/>
            </a:solidFill>
            <a:ln/>
            <a:effectLst>
              <a:outerShdw blurRad="88900" dist="25400" dir="5400000" algn="bl" rotWithShape="0">
                <a:srgbClr val="0B1F3A">
                  <a:alpha val="10000"/>
                </a:srgbClr>
              </a:outerShdw>
            </a:effectLst>
          </p:spPr>
        </p:sp>
        <p:sp>
          <p:nvSpPr>
            <p:cNvPr id="14" name="Text 12"/>
            <p:cNvSpPr/>
            <p:nvPr/>
          </p:nvSpPr>
          <p:spPr>
            <a:xfrm>
              <a:off x="3149194" y="1792224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$</a:t>
              </a:r>
              <a:endParaRPr lang="en-US" sz="2100" dirty="0"/>
            </a:p>
          </p:txBody>
        </p:sp>
        <p:sp>
          <p:nvSpPr>
            <p:cNvPr id="21" name="Shape 19"/>
            <p:cNvSpPr/>
            <p:nvPr/>
          </p:nvSpPr>
          <p:spPr>
            <a:xfrm>
              <a:off x="3972154" y="1645920"/>
              <a:ext cx="3313786" cy="1188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E7E3D9"/>
              </a:solidFill>
              <a:prstDash val="solid"/>
            </a:ln>
            <a:effectLst>
              <a:outerShdw blurRad="139700" dist="44450" dir="5400000" algn="bl" rotWithShape="0">
                <a:srgbClr val="0B1F3A">
                  <a:alpha val="14000"/>
                </a:srgbClr>
              </a:outerShdw>
            </a:effectLst>
          </p:spPr>
        </p:sp>
        <p:sp>
          <p:nvSpPr>
            <p:cNvPr id="22" name="Shape 20"/>
            <p:cNvSpPr/>
            <p:nvPr/>
          </p:nvSpPr>
          <p:spPr>
            <a:xfrm>
              <a:off x="6664147" y="1792224"/>
              <a:ext cx="457200" cy="457200"/>
            </a:xfrm>
            <a:prstGeom prst="ellipse">
              <a:avLst/>
            </a:prstGeom>
            <a:solidFill>
              <a:srgbClr val="1E8E5A"/>
            </a:solidFill>
            <a:ln/>
            <a:effectLst>
              <a:outerShdw blurRad="88900" dist="25400" dir="5400000" algn="bl" rotWithShape="0">
                <a:srgbClr val="0B1F3A">
                  <a:alpha val="10000"/>
                </a:srgbClr>
              </a:outerShdw>
            </a:effectLst>
          </p:spPr>
        </p:sp>
        <p:sp>
          <p:nvSpPr>
            <p:cNvPr id="23" name="Text 21"/>
            <p:cNvSpPr/>
            <p:nvPr/>
          </p:nvSpPr>
          <p:spPr>
            <a:xfrm>
              <a:off x="6664147" y="1792224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-</a:t>
              </a:r>
              <a:endParaRPr lang="en-US" sz="2100" dirty="0"/>
            </a:p>
          </p:txBody>
        </p:sp>
        <p:sp>
          <p:nvSpPr>
            <p:cNvPr id="30" name="Shape 28"/>
            <p:cNvSpPr/>
            <p:nvPr/>
          </p:nvSpPr>
          <p:spPr>
            <a:xfrm>
              <a:off x="7487107" y="1645920"/>
              <a:ext cx="3313786" cy="1188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E7E3D9"/>
              </a:solidFill>
              <a:prstDash val="solid"/>
            </a:ln>
            <a:effectLst>
              <a:outerShdw blurRad="139700" dist="44450" dir="5400000" algn="bl" rotWithShape="0">
                <a:srgbClr val="0B1F3A">
                  <a:alpha val="14000"/>
                </a:srgbClr>
              </a:outerShdw>
            </a:effectLst>
          </p:spPr>
        </p:sp>
        <p:sp>
          <p:nvSpPr>
            <p:cNvPr id="31" name="Shape 29"/>
            <p:cNvSpPr/>
            <p:nvPr/>
          </p:nvSpPr>
          <p:spPr>
            <a:xfrm>
              <a:off x="10179101" y="1792224"/>
              <a:ext cx="457200" cy="457200"/>
            </a:xfrm>
            <a:prstGeom prst="ellipse">
              <a:avLst/>
            </a:prstGeom>
            <a:solidFill>
              <a:srgbClr val="10263F"/>
            </a:solidFill>
            <a:ln/>
            <a:effectLst>
              <a:outerShdw blurRad="88900" dist="25400" dir="5400000" algn="bl" rotWithShape="0">
                <a:srgbClr val="0B1F3A">
                  <a:alpha val="10000"/>
                </a:srgbClr>
              </a:outerShdw>
            </a:effectLst>
          </p:spPr>
        </p:sp>
        <p:sp>
          <p:nvSpPr>
            <p:cNvPr id="32" name="Shape 30"/>
            <p:cNvSpPr/>
            <p:nvPr/>
          </p:nvSpPr>
          <p:spPr>
            <a:xfrm>
              <a:off x="10293401" y="1906524"/>
              <a:ext cx="228600" cy="228600"/>
            </a:xfrm>
            <a:prstGeom prst="star5">
              <a:avLst/>
            </a:prstGeom>
            <a:solidFill>
              <a:srgbClr val="FFFFFF"/>
            </a:solidFill>
            <a:ln/>
          </p:spPr>
        </p:sp>
        <p:sp>
          <p:nvSpPr>
            <p:cNvPr id="39" name="Shape 37"/>
            <p:cNvSpPr/>
            <p:nvPr/>
          </p:nvSpPr>
          <p:spPr>
            <a:xfrm>
              <a:off x="11002061" y="1645920"/>
              <a:ext cx="3313786" cy="1188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E7E3D9"/>
              </a:solidFill>
              <a:prstDash val="solid"/>
            </a:ln>
            <a:effectLst>
              <a:outerShdw blurRad="139700" dist="44450" dir="5400000" algn="bl" rotWithShape="0">
                <a:srgbClr val="0B1F3A">
                  <a:alpha val="14000"/>
                </a:srgbClr>
              </a:outerShdw>
            </a:effectLst>
          </p:spPr>
        </p:sp>
        <p:sp>
          <p:nvSpPr>
            <p:cNvPr id="40" name="Shape 38"/>
            <p:cNvSpPr/>
            <p:nvPr/>
          </p:nvSpPr>
          <p:spPr>
            <a:xfrm>
              <a:off x="13694054" y="1792224"/>
              <a:ext cx="457200" cy="457200"/>
            </a:xfrm>
            <a:prstGeom prst="ellipse">
              <a:avLst/>
            </a:prstGeom>
            <a:solidFill>
              <a:srgbClr val="1E8E5A"/>
            </a:solidFill>
            <a:ln/>
            <a:effectLst>
              <a:outerShdw blurRad="88900" dist="25400" dir="5400000" algn="bl" rotWithShape="0">
                <a:srgbClr val="0B1F3A">
                  <a:alpha val="10000"/>
                </a:srgbClr>
              </a:outerShdw>
            </a:effectLst>
          </p:spPr>
        </p:sp>
        <p:sp>
          <p:nvSpPr>
            <p:cNvPr id="41" name="Text 39"/>
            <p:cNvSpPr/>
            <p:nvPr/>
          </p:nvSpPr>
          <p:spPr>
            <a:xfrm>
              <a:off x="13694054" y="1792224"/>
              <a:ext cx="4572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210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%</a:t>
              </a:r>
              <a:endParaRPr lang="en-US" sz="2100" dirty="0"/>
            </a:p>
          </p:txBody>
        </p:sp>
        <p:sp>
          <p:nvSpPr>
            <p:cNvPr id="48" name="Shape 46"/>
            <p:cNvSpPr/>
            <p:nvPr/>
          </p:nvSpPr>
          <p:spPr>
            <a:xfrm>
              <a:off x="14517014" y="1645920"/>
              <a:ext cx="3313786" cy="118800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12700">
              <a:solidFill>
                <a:srgbClr val="E7E3D9"/>
              </a:solidFill>
              <a:prstDash val="solid"/>
            </a:ln>
            <a:effectLst>
              <a:outerShdw blurRad="139700" dist="44450" dir="5400000" algn="bl" rotWithShape="0">
                <a:srgbClr val="0B1F3A">
                  <a:alpha val="14000"/>
                </a:srgbClr>
              </a:outerShdw>
            </a:effectLst>
          </p:spPr>
        </p:sp>
        <p:sp>
          <p:nvSpPr>
            <p:cNvPr id="49" name="Shape 47"/>
            <p:cNvSpPr/>
            <p:nvPr/>
          </p:nvSpPr>
          <p:spPr>
            <a:xfrm>
              <a:off x="17209008" y="1792224"/>
              <a:ext cx="457200" cy="457200"/>
            </a:xfrm>
            <a:prstGeom prst="ellipse">
              <a:avLst/>
            </a:prstGeom>
            <a:solidFill>
              <a:srgbClr val="10263F"/>
            </a:solidFill>
            <a:ln/>
            <a:effectLst>
              <a:outerShdw blurRad="88900" dist="25400" dir="5400000" algn="bl" rotWithShape="0">
                <a:srgbClr val="0B1F3A">
                  <a:alpha val="10000"/>
                </a:srgbClr>
              </a:outerShdw>
            </a:effectLst>
          </p:spPr>
        </p:sp>
        <p:sp>
          <p:nvSpPr>
            <p:cNvPr id="50" name="Shape 48"/>
            <p:cNvSpPr/>
            <p:nvPr/>
          </p:nvSpPr>
          <p:spPr>
            <a:xfrm>
              <a:off x="17346168" y="1883664"/>
              <a:ext cx="182880" cy="146304"/>
            </a:xfrm>
            <a:prstGeom prst="triangle">
              <a:avLst/>
            </a:prstGeom>
            <a:solidFill>
              <a:srgbClr val="FFFFFF"/>
            </a:solidFill>
            <a:ln/>
          </p:spPr>
        </p:sp>
        <p:sp>
          <p:nvSpPr>
            <p:cNvPr id="51" name="Shape 49"/>
            <p:cNvSpPr/>
            <p:nvPr/>
          </p:nvSpPr>
          <p:spPr>
            <a:xfrm>
              <a:off x="17406518" y="2020824"/>
              <a:ext cx="62179" cy="118872"/>
            </a:xfrm>
            <a:prstGeom prst="rect">
              <a:avLst/>
            </a:prstGeom>
            <a:solidFill>
              <a:srgbClr val="FFFFFF"/>
            </a:solidFill>
            <a:ln/>
          </p:spPr>
        </p:sp>
      </p:grpSp>
      <p:grpSp>
        <p:nvGrpSpPr>
          <p:cNvPr id="160" name="left">
            <a:extLst>
              <a:ext uri="{FF2B5EF4-FFF2-40B4-BE49-F238E27FC236}">
                <a16:creationId xmlns:a16="http://schemas.microsoft.com/office/drawing/2014/main" id="{98A79B2A-9271-F127-3974-E726A96D896B}"/>
              </a:ext>
            </a:extLst>
          </p:cNvPr>
          <p:cNvGrpSpPr/>
          <p:nvPr/>
        </p:nvGrpSpPr>
        <p:grpSpPr>
          <a:xfrm>
            <a:off x="320240" y="4064268"/>
            <a:ext cx="8748000" cy="5868000"/>
            <a:chOff x="368366" y="4048226"/>
            <a:chExt cx="8748000" cy="5868000"/>
          </a:xfrm>
        </p:grpSpPr>
        <p:sp>
          <p:nvSpPr>
            <p:cNvPr id="153" name="Shape 73">
              <a:extLst>
                <a:ext uri="{FF2B5EF4-FFF2-40B4-BE49-F238E27FC236}">
                  <a16:creationId xmlns:a16="http://schemas.microsoft.com/office/drawing/2014/main" id="{2CB7EE02-4F4D-1A3A-10BF-641FE7F58721}"/>
                </a:ext>
              </a:extLst>
            </p:cNvPr>
            <p:cNvSpPr/>
            <p:nvPr/>
          </p:nvSpPr>
          <p:spPr>
            <a:xfrm>
              <a:off x="368366" y="4048226"/>
              <a:ext cx="8748000" cy="5868000"/>
            </a:xfrm>
            <a:prstGeom prst="roundRect">
              <a:avLst>
                <a:gd name="adj" fmla="val 1030"/>
              </a:avLst>
            </a:prstGeom>
            <a:solidFill>
              <a:schemeClr val="bg1">
                <a:lumMod val="85000"/>
              </a:schemeClr>
            </a:solidFill>
            <a:ln w="12700">
              <a:solidFill>
                <a:srgbClr val="E7E3D9"/>
              </a:solidFill>
              <a:prstDash val="solid"/>
            </a:ln>
            <a:effectLst>
              <a:outerShdw blurRad="114300" dist="38100" dir="5400000" algn="ctr" rotWithShape="0">
                <a:prstClr val="black">
                  <a:alpha val="16000"/>
                </a:prstClr>
              </a:outerShdw>
            </a:effectLst>
          </p:spPr>
        </p:sp>
        <p:sp>
          <p:nvSpPr>
            <p:cNvPr id="75" name="Shape 73"/>
            <p:cNvSpPr/>
            <p:nvPr/>
          </p:nvSpPr>
          <p:spPr>
            <a:xfrm>
              <a:off x="457200" y="4142232"/>
              <a:ext cx="4183380" cy="2631963"/>
            </a:xfrm>
            <a:prstGeom prst="roundRect">
              <a:avLst>
                <a:gd name="adj" fmla="val 3474"/>
              </a:avLst>
            </a:prstGeom>
            <a:solidFill>
              <a:srgbClr val="FFFFFF"/>
            </a:solidFill>
            <a:ln w="12700">
              <a:solidFill>
                <a:srgbClr val="E7E3D9"/>
              </a:solidFill>
              <a:prstDash val="solid"/>
            </a:ln>
            <a:effectLst>
              <a:outerShdw blurRad="139700" dist="44450" dir="5400000" algn="bl" rotWithShape="0">
                <a:srgbClr val="0B1F3A">
                  <a:alpha val="14000"/>
                </a:srgbClr>
              </a:outerShdw>
            </a:effectLst>
          </p:spPr>
        </p:sp>
        <p:sp>
          <p:nvSpPr>
            <p:cNvPr id="82" name="Shape 80"/>
            <p:cNvSpPr/>
            <p:nvPr/>
          </p:nvSpPr>
          <p:spPr>
            <a:xfrm>
              <a:off x="4823460" y="4142232"/>
              <a:ext cx="4183380" cy="2631963"/>
            </a:xfrm>
            <a:prstGeom prst="roundRect">
              <a:avLst>
                <a:gd name="adj" fmla="val 3474"/>
              </a:avLst>
            </a:prstGeom>
            <a:solidFill>
              <a:srgbClr val="FFFFFF"/>
            </a:solidFill>
            <a:ln w="12700">
              <a:solidFill>
                <a:srgbClr val="E7E3D9"/>
              </a:solidFill>
              <a:prstDash val="solid"/>
            </a:ln>
            <a:effectLst>
              <a:outerShdw blurRad="139700" dist="44450" dir="5400000" algn="bl" rotWithShape="0">
                <a:srgbClr val="0B1F3A">
                  <a:alpha val="14000"/>
                </a:srgbClr>
              </a:outerShdw>
            </a:effectLst>
          </p:spPr>
        </p:sp>
        <p:sp>
          <p:nvSpPr>
            <p:cNvPr id="89" name="Shape 87"/>
            <p:cNvSpPr/>
            <p:nvPr/>
          </p:nvSpPr>
          <p:spPr>
            <a:xfrm>
              <a:off x="457200" y="6957075"/>
              <a:ext cx="8549640" cy="2845293"/>
            </a:xfrm>
            <a:prstGeom prst="roundRect">
              <a:avLst>
                <a:gd name="adj" fmla="val 3214"/>
              </a:avLst>
            </a:prstGeom>
            <a:solidFill>
              <a:srgbClr val="FFFFFF"/>
            </a:solidFill>
            <a:ln w="12700">
              <a:solidFill>
                <a:srgbClr val="E7E3D9"/>
              </a:solidFill>
              <a:prstDash val="solid"/>
            </a:ln>
            <a:effectLst>
              <a:outerShdw blurRad="139700" dist="44450" dir="5400000" algn="bl" rotWithShape="0">
                <a:srgbClr val="0B1F3A">
                  <a:alpha val="14000"/>
                </a:srgbClr>
              </a:outerShdw>
            </a:effectLst>
          </p:spPr>
        </p:sp>
      </p:grpSp>
      <p:grpSp>
        <p:nvGrpSpPr>
          <p:cNvPr id="161" name="right">
            <a:extLst>
              <a:ext uri="{FF2B5EF4-FFF2-40B4-BE49-F238E27FC236}">
                <a16:creationId xmlns:a16="http://schemas.microsoft.com/office/drawing/2014/main" id="{02FF5B74-E274-DFD9-DC19-3550FE06175F}"/>
              </a:ext>
            </a:extLst>
          </p:cNvPr>
          <p:cNvGrpSpPr/>
          <p:nvPr/>
        </p:nvGrpSpPr>
        <p:grpSpPr>
          <a:xfrm>
            <a:off x="9135940" y="4039117"/>
            <a:ext cx="8748000" cy="5868000"/>
            <a:chOff x="9200108" y="4039117"/>
            <a:chExt cx="8748000" cy="5868000"/>
          </a:xfrm>
        </p:grpSpPr>
        <p:sp>
          <p:nvSpPr>
            <p:cNvPr id="154" name="Shape 73">
              <a:extLst>
                <a:ext uri="{FF2B5EF4-FFF2-40B4-BE49-F238E27FC236}">
                  <a16:creationId xmlns:a16="http://schemas.microsoft.com/office/drawing/2014/main" id="{72BE6E0D-B32A-BF03-9B85-E5880CECD6DB}"/>
                </a:ext>
              </a:extLst>
            </p:cNvPr>
            <p:cNvSpPr/>
            <p:nvPr/>
          </p:nvSpPr>
          <p:spPr>
            <a:xfrm>
              <a:off x="9200108" y="4039117"/>
              <a:ext cx="8748000" cy="5868000"/>
            </a:xfrm>
            <a:prstGeom prst="roundRect">
              <a:avLst>
                <a:gd name="adj" fmla="val 1030"/>
              </a:avLst>
            </a:prstGeom>
            <a:solidFill>
              <a:schemeClr val="bg1">
                <a:lumMod val="85000"/>
              </a:schemeClr>
            </a:solidFill>
            <a:ln w="12700">
              <a:solidFill>
                <a:srgbClr val="E7E3D9"/>
              </a:solidFill>
              <a:prstDash val="solid"/>
            </a:ln>
            <a:effectLst>
              <a:outerShdw blurRad="114300" dist="38100" dir="5400000" algn="ctr" rotWithShape="0">
                <a:prstClr val="black">
                  <a:alpha val="16000"/>
                </a:prstClr>
              </a:outerShdw>
            </a:effectLst>
          </p:spPr>
        </p:sp>
        <p:sp>
          <p:nvSpPr>
            <p:cNvPr id="105" name="Shape 103"/>
            <p:cNvSpPr/>
            <p:nvPr/>
          </p:nvSpPr>
          <p:spPr>
            <a:xfrm>
              <a:off x="9281160" y="4142232"/>
              <a:ext cx="8549640" cy="2631963"/>
            </a:xfrm>
            <a:prstGeom prst="roundRect">
              <a:avLst>
                <a:gd name="adj" fmla="val 3474"/>
              </a:avLst>
            </a:prstGeom>
            <a:solidFill>
              <a:srgbClr val="FFFFFF"/>
            </a:solidFill>
            <a:ln w="12700">
              <a:solidFill>
                <a:srgbClr val="E7E3D9"/>
              </a:solidFill>
              <a:prstDash val="solid"/>
            </a:ln>
            <a:effectLst>
              <a:outerShdw blurRad="139700" dist="44450" dir="5400000" algn="bl" rotWithShape="0">
                <a:srgbClr val="0B1F3A">
                  <a:alpha val="14000"/>
                </a:srgbClr>
              </a:outerShdw>
            </a:effectLst>
          </p:spPr>
        </p:sp>
        <p:sp>
          <p:nvSpPr>
            <p:cNvPr id="133" name="Shape 131"/>
            <p:cNvSpPr/>
            <p:nvPr/>
          </p:nvSpPr>
          <p:spPr>
            <a:xfrm>
              <a:off x="9281160" y="6957075"/>
              <a:ext cx="4183380" cy="2845293"/>
            </a:xfrm>
            <a:prstGeom prst="roundRect">
              <a:avLst>
                <a:gd name="adj" fmla="val 3214"/>
              </a:avLst>
            </a:prstGeom>
            <a:solidFill>
              <a:srgbClr val="FFFFFF"/>
            </a:solidFill>
            <a:ln w="12700">
              <a:solidFill>
                <a:srgbClr val="E7E3D9"/>
              </a:solidFill>
              <a:prstDash val="solid"/>
            </a:ln>
            <a:effectLst>
              <a:outerShdw blurRad="139700" dist="44450" dir="5400000" algn="bl" rotWithShape="0">
                <a:srgbClr val="0B1F3A">
                  <a:alpha val="14000"/>
                </a:srgbClr>
              </a:outerShdw>
            </a:effectLst>
          </p:spPr>
        </p:sp>
        <p:sp>
          <p:nvSpPr>
            <p:cNvPr id="142" name="Shape 140"/>
            <p:cNvSpPr/>
            <p:nvPr/>
          </p:nvSpPr>
          <p:spPr>
            <a:xfrm>
              <a:off x="13647420" y="6957075"/>
              <a:ext cx="4183380" cy="2845293"/>
            </a:xfrm>
            <a:prstGeom prst="roundRect">
              <a:avLst>
                <a:gd name="adj" fmla="val 3214"/>
              </a:avLst>
            </a:prstGeom>
            <a:solidFill>
              <a:srgbClr val="FFFFFF"/>
            </a:solidFill>
            <a:ln w="12700">
              <a:solidFill>
                <a:srgbClr val="E7E3D9"/>
              </a:solidFill>
              <a:prstDash val="solid"/>
            </a:ln>
            <a:effectLst>
              <a:outerShdw blurRad="139700" dist="44450" dir="5400000" algn="bl" rotWithShape="0">
                <a:srgbClr val="0B1F3A">
                  <a:alpha val="14000"/>
                </a:srgbClr>
              </a:outerShdw>
            </a:effectLst>
          </p:spPr>
        </p:sp>
      </p:grpSp>
      <p:grpSp>
        <p:nvGrpSpPr>
          <p:cNvPr id="171" name="Slicer">
            <a:extLst>
              <a:ext uri="{FF2B5EF4-FFF2-40B4-BE49-F238E27FC236}">
                <a16:creationId xmlns:a16="http://schemas.microsoft.com/office/drawing/2014/main" id="{7A8FE62F-17B3-5107-FE14-21D36A9D2886}"/>
              </a:ext>
            </a:extLst>
          </p:cNvPr>
          <p:cNvGrpSpPr/>
          <p:nvPr/>
        </p:nvGrpSpPr>
        <p:grpSpPr>
          <a:xfrm>
            <a:off x="457200" y="2943648"/>
            <a:ext cx="17373600" cy="963518"/>
            <a:chOff x="457200" y="3264408"/>
            <a:chExt cx="17373600" cy="658800"/>
          </a:xfrm>
        </p:grpSpPr>
        <p:sp>
          <p:nvSpPr>
            <p:cNvPr id="172" name="Shape 61">
              <a:extLst>
                <a:ext uri="{FF2B5EF4-FFF2-40B4-BE49-F238E27FC236}">
                  <a16:creationId xmlns:a16="http://schemas.microsoft.com/office/drawing/2014/main" id="{02936B60-9AFE-AF86-8ECE-CB34AC79BF07}"/>
                </a:ext>
              </a:extLst>
            </p:cNvPr>
            <p:cNvSpPr/>
            <p:nvPr/>
          </p:nvSpPr>
          <p:spPr>
            <a:xfrm>
              <a:off x="457200" y="3264408"/>
              <a:ext cx="4192524" cy="658800"/>
            </a:xfrm>
            <a:prstGeom prst="roundRect">
              <a:avLst>
                <a:gd name="adj" fmla="val 16701"/>
              </a:avLst>
            </a:prstGeom>
            <a:solidFill>
              <a:srgbClr val="FFFFFF"/>
            </a:solidFill>
            <a:ln w="12700">
              <a:solidFill>
                <a:srgbClr val="E7E3D9"/>
              </a:solidFill>
              <a:prstDash val="solid"/>
            </a:ln>
            <a:effectLst>
              <a:outerShdw blurRad="88900" dist="25400" dir="5400000" algn="bl" rotWithShape="0">
                <a:srgbClr val="0B1F3A">
                  <a:alpha val="10000"/>
                </a:srgbClr>
              </a:outerShdw>
            </a:effectLst>
          </p:spPr>
        </p:sp>
        <p:sp>
          <p:nvSpPr>
            <p:cNvPr id="173" name="Shape 62">
              <a:extLst>
                <a:ext uri="{FF2B5EF4-FFF2-40B4-BE49-F238E27FC236}">
                  <a16:creationId xmlns:a16="http://schemas.microsoft.com/office/drawing/2014/main" id="{662D67B8-D1B4-FA39-C10D-AA6E1B622DA5}"/>
                </a:ext>
              </a:extLst>
            </p:cNvPr>
            <p:cNvSpPr/>
            <p:nvPr/>
          </p:nvSpPr>
          <p:spPr>
            <a:xfrm>
              <a:off x="585216" y="3520520"/>
              <a:ext cx="169200" cy="115690"/>
            </a:xfrm>
            <a:prstGeom prst="ellipse">
              <a:avLst/>
            </a:prstGeom>
            <a:solidFill>
              <a:srgbClr val="10263F"/>
            </a:solidFill>
            <a:ln/>
          </p:spPr>
        </p:sp>
        <p:sp>
          <p:nvSpPr>
            <p:cNvPr id="174" name="Shape 65">
              <a:extLst>
                <a:ext uri="{FF2B5EF4-FFF2-40B4-BE49-F238E27FC236}">
                  <a16:creationId xmlns:a16="http://schemas.microsoft.com/office/drawing/2014/main" id="{87733FC8-648C-9232-083B-7AF26F487A05}"/>
                </a:ext>
              </a:extLst>
            </p:cNvPr>
            <p:cNvSpPr/>
            <p:nvPr/>
          </p:nvSpPr>
          <p:spPr>
            <a:xfrm>
              <a:off x="4850892" y="3264408"/>
              <a:ext cx="4192524" cy="658800"/>
            </a:xfrm>
            <a:prstGeom prst="roundRect">
              <a:avLst>
                <a:gd name="adj" fmla="val 16701"/>
              </a:avLst>
            </a:prstGeom>
            <a:solidFill>
              <a:srgbClr val="FFFFFF"/>
            </a:solidFill>
            <a:ln w="12700">
              <a:solidFill>
                <a:srgbClr val="E7E3D9"/>
              </a:solidFill>
              <a:prstDash val="solid"/>
            </a:ln>
            <a:effectLst>
              <a:outerShdw blurRad="88900" dist="25400" dir="5400000" algn="bl" rotWithShape="0">
                <a:srgbClr val="0B1F3A">
                  <a:alpha val="10000"/>
                </a:srgbClr>
              </a:outerShdw>
            </a:effectLst>
          </p:spPr>
        </p:sp>
        <p:sp>
          <p:nvSpPr>
            <p:cNvPr id="175" name="Shape 66">
              <a:extLst>
                <a:ext uri="{FF2B5EF4-FFF2-40B4-BE49-F238E27FC236}">
                  <a16:creationId xmlns:a16="http://schemas.microsoft.com/office/drawing/2014/main" id="{90B22CB9-DD43-9996-082B-A831709DDE5C}"/>
                </a:ext>
              </a:extLst>
            </p:cNvPr>
            <p:cNvSpPr/>
            <p:nvPr/>
          </p:nvSpPr>
          <p:spPr>
            <a:xfrm>
              <a:off x="4978908" y="3520520"/>
              <a:ext cx="169200" cy="115690"/>
            </a:xfrm>
            <a:prstGeom prst="ellipse">
              <a:avLst/>
            </a:prstGeom>
            <a:solidFill>
              <a:srgbClr val="1E8E5A"/>
            </a:solidFill>
            <a:ln/>
          </p:spPr>
        </p:sp>
        <p:sp>
          <p:nvSpPr>
            <p:cNvPr id="176" name="Shape 69">
              <a:extLst>
                <a:ext uri="{FF2B5EF4-FFF2-40B4-BE49-F238E27FC236}">
                  <a16:creationId xmlns:a16="http://schemas.microsoft.com/office/drawing/2014/main" id="{3C2A6C3B-2FD8-5D8D-EC59-CE4EAFEC4C73}"/>
                </a:ext>
              </a:extLst>
            </p:cNvPr>
            <p:cNvSpPr/>
            <p:nvPr/>
          </p:nvSpPr>
          <p:spPr>
            <a:xfrm>
              <a:off x="9244584" y="3264408"/>
              <a:ext cx="4192524" cy="658800"/>
            </a:xfrm>
            <a:prstGeom prst="roundRect">
              <a:avLst>
                <a:gd name="adj" fmla="val 13371"/>
              </a:avLst>
            </a:prstGeom>
            <a:solidFill>
              <a:srgbClr val="FFFFFF"/>
            </a:solidFill>
            <a:ln w="12700">
              <a:solidFill>
                <a:srgbClr val="E7E3D9"/>
              </a:solidFill>
              <a:prstDash val="solid"/>
            </a:ln>
            <a:effectLst>
              <a:outerShdw blurRad="88900" dist="25400" dir="5400000" algn="bl" rotWithShape="0">
                <a:srgbClr val="0B1F3A">
                  <a:alpha val="10000"/>
                </a:srgbClr>
              </a:outerShdw>
            </a:effectLst>
          </p:spPr>
        </p:sp>
        <p:sp>
          <p:nvSpPr>
            <p:cNvPr id="177" name="Shape 70">
              <a:extLst>
                <a:ext uri="{FF2B5EF4-FFF2-40B4-BE49-F238E27FC236}">
                  <a16:creationId xmlns:a16="http://schemas.microsoft.com/office/drawing/2014/main" id="{D16D6B71-A3C1-0F5E-9FD6-68C84DB9D8C1}"/>
                </a:ext>
              </a:extLst>
            </p:cNvPr>
            <p:cNvSpPr/>
            <p:nvPr/>
          </p:nvSpPr>
          <p:spPr>
            <a:xfrm>
              <a:off x="9372600" y="3520520"/>
              <a:ext cx="169200" cy="115690"/>
            </a:xfrm>
            <a:prstGeom prst="ellipse">
              <a:avLst/>
            </a:prstGeom>
            <a:solidFill>
              <a:srgbClr val="10263F"/>
            </a:solidFill>
            <a:ln/>
          </p:spPr>
        </p:sp>
        <p:sp>
          <p:nvSpPr>
            <p:cNvPr id="178" name="Shape 73">
              <a:extLst>
                <a:ext uri="{FF2B5EF4-FFF2-40B4-BE49-F238E27FC236}">
                  <a16:creationId xmlns:a16="http://schemas.microsoft.com/office/drawing/2014/main" id="{DE9A6B2A-01EB-6A6E-9868-44B413B5F91D}"/>
                </a:ext>
              </a:extLst>
            </p:cNvPr>
            <p:cNvSpPr/>
            <p:nvPr/>
          </p:nvSpPr>
          <p:spPr>
            <a:xfrm>
              <a:off x="13638276" y="3264408"/>
              <a:ext cx="4192524" cy="658800"/>
            </a:xfrm>
            <a:prstGeom prst="roundRect">
              <a:avLst>
                <a:gd name="adj" fmla="val 21696"/>
              </a:avLst>
            </a:prstGeom>
            <a:solidFill>
              <a:srgbClr val="FFFFFF"/>
            </a:solidFill>
            <a:ln w="12700">
              <a:solidFill>
                <a:srgbClr val="E7E3D9"/>
              </a:solidFill>
              <a:prstDash val="solid"/>
            </a:ln>
            <a:effectLst>
              <a:outerShdw blurRad="88900" dist="25400" dir="5400000" algn="bl" rotWithShape="0">
                <a:srgbClr val="0B1F3A">
                  <a:alpha val="10000"/>
                </a:srgbClr>
              </a:outerShdw>
            </a:effectLst>
          </p:spPr>
        </p:sp>
        <p:sp>
          <p:nvSpPr>
            <p:cNvPr id="179" name="Shape 74">
              <a:extLst>
                <a:ext uri="{FF2B5EF4-FFF2-40B4-BE49-F238E27FC236}">
                  <a16:creationId xmlns:a16="http://schemas.microsoft.com/office/drawing/2014/main" id="{9DCDB2E4-14D6-DC01-23EB-F2809E2D0EAE}"/>
                </a:ext>
              </a:extLst>
            </p:cNvPr>
            <p:cNvSpPr/>
            <p:nvPr/>
          </p:nvSpPr>
          <p:spPr>
            <a:xfrm>
              <a:off x="13766292" y="3520520"/>
              <a:ext cx="169200" cy="115690"/>
            </a:xfrm>
            <a:prstGeom prst="ellipse">
              <a:avLst/>
            </a:prstGeom>
            <a:solidFill>
              <a:srgbClr val="1E8E5A"/>
            </a:solidFill>
            <a:ln/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371600"/>
          </a:xfrm>
          <a:prstGeom prst="rect">
            <a:avLst/>
          </a:prstGeom>
          <a:solidFill>
            <a:srgbClr val="10263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330452"/>
            <a:ext cx="18288000" cy="108000"/>
          </a:xfrm>
          <a:prstGeom prst="rect">
            <a:avLst/>
          </a:prstGeom>
          <a:solidFill>
            <a:srgbClr val="D9A441"/>
          </a:solidFill>
          <a:ln/>
        </p:spPr>
      </p:sp>
      <p:sp>
        <p:nvSpPr>
          <p:cNvPr id="5" name="Text 3"/>
          <p:cNvSpPr/>
          <p:nvPr/>
        </p:nvSpPr>
        <p:spPr>
          <a:xfrm>
            <a:off x="344906" y="232444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vs Actual Analysis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39810" y="901404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B9C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we on plan — and where exactly did we drift</a:t>
            </a:r>
            <a:endParaRPr lang="en-US" sz="2000" dirty="0"/>
          </a:p>
        </p:txBody>
      </p:sp>
      <p:grpSp>
        <p:nvGrpSpPr>
          <p:cNvPr id="154" name="kpi">
            <a:extLst>
              <a:ext uri="{FF2B5EF4-FFF2-40B4-BE49-F238E27FC236}">
                <a16:creationId xmlns:a16="http://schemas.microsoft.com/office/drawing/2014/main" id="{EE5E72C6-FC9E-B01D-851B-8C11F84F0BD0}"/>
              </a:ext>
            </a:extLst>
          </p:cNvPr>
          <p:cNvGrpSpPr/>
          <p:nvPr/>
        </p:nvGrpSpPr>
        <p:grpSpPr>
          <a:xfrm>
            <a:off x="457200" y="1581752"/>
            <a:ext cx="17373600" cy="1188000"/>
            <a:chOff x="457200" y="1645920"/>
            <a:chExt cx="17373600" cy="1188000"/>
          </a:xfrm>
        </p:grpSpPr>
        <p:grpSp>
          <p:nvGrpSpPr>
            <p:cNvPr id="149" name="kpi 1">
              <a:extLst>
                <a:ext uri="{FF2B5EF4-FFF2-40B4-BE49-F238E27FC236}">
                  <a16:creationId xmlns:a16="http://schemas.microsoft.com/office/drawing/2014/main" id="{C55630A1-7991-A2DD-657E-EC18B4EEDB7C}"/>
                </a:ext>
              </a:extLst>
            </p:cNvPr>
            <p:cNvGrpSpPr/>
            <p:nvPr/>
          </p:nvGrpSpPr>
          <p:grpSpPr>
            <a:xfrm>
              <a:off x="457200" y="1645920"/>
              <a:ext cx="3313786" cy="1188000"/>
              <a:chOff x="457200" y="1645920"/>
              <a:chExt cx="3313786" cy="1188000"/>
            </a:xfrm>
          </p:grpSpPr>
          <p:sp>
            <p:nvSpPr>
              <p:cNvPr id="12" name="Shape 10"/>
              <p:cNvSpPr/>
              <p:nvPr/>
            </p:nvSpPr>
            <p:spPr>
              <a:xfrm>
                <a:off x="457200" y="1645920"/>
                <a:ext cx="3313786" cy="11880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12700">
                <a:solidFill>
                  <a:srgbClr val="E7E3D9"/>
                </a:solidFill>
                <a:prstDash val="solid"/>
              </a:ln>
              <a:effectLst>
                <a:outerShdw blurRad="139700" dist="44450" dir="5400000" algn="bl" rotWithShape="0">
                  <a:srgbClr val="0B1F3A">
                    <a:alpha val="14000"/>
                  </a:srgbClr>
                </a:outerShdw>
              </a:effectLst>
            </p:spPr>
          </p:sp>
          <p:sp>
            <p:nvSpPr>
              <p:cNvPr id="13" name="Shape 11"/>
              <p:cNvSpPr/>
              <p:nvPr/>
            </p:nvSpPr>
            <p:spPr>
              <a:xfrm>
                <a:off x="3149194" y="1792224"/>
                <a:ext cx="457200" cy="457200"/>
              </a:xfrm>
              <a:prstGeom prst="ellipse">
                <a:avLst/>
              </a:prstGeom>
              <a:solidFill>
                <a:srgbClr val="10263F"/>
              </a:solidFill>
              <a:ln/>
              <a:effectLst>
                <a:outerShdw blurRad="88900" dist="25400" dir="5400000" algn="bl" rotWithShape="0">
                  <a:srgbClr val="0B1F3A">
                    <a:alpha val="10000"/>
                  </a:srgbClr>
                </a:outerShdw>
              </a:effectLst>
            </p:spPr>
          </p:sp>
          <p:sp>
            <p:nvSpPr>
              <p:cNvPr id="14" name="Shape 12"/>
              <p:cNvSpPr/>
              <p:nvPr/>
            </p:nvSpPr>
            <p:spPr>
              <a:xfrm>
                <a:off x="3258922" y="1929384"/>
                <a:ext cx="237744" cy="201168"/>
              </a:xfrm>
              <a:prstGeom prst="roundRect">
                <a:avLst>
                  <a:gd name="adj" fmla="val 9091"/>
                </a:avLst>
              </a:prstGeom>
              <a:solidFill>
                <a:srgbClr val="FFFFFF"/>
              </a:solidFill>
              <a:ln/>
            </p:spPr>
          </p:sp>
          <p:sp>
            <p:nvSpPr>
              <p:cNvPr id="15" name="Shape 13"/>
              <p:cNvSpPr/>
              <p:nvPr/>
            </p:nvSpPr>
            <p:spPr>
              <a:xfrm>
                <a:off x="3258922" y="1929384"/>
                <a:ext cx="237744" cy="60350"/>
              </a:xfrm>
              <a:prstGeom prst="rect">
                <a:avLst/>
              </a:prstGeom>
              <a:solidFill>
                <a:srgbClr val="10263F"/>
              </a:solidFill>
              <a:ln/>
            </p:spPr>
          </p:sp>
          <p:sp>
            <p:nvSpPr>
              <p:cNvPr id="16" name="Shape 14"/>
              <p:cNvSpPr/>
              <p:nvPr/>
            </p:nvSpPr>
            <p:spPr>
              <a:xfrm>
                <a:off x="3296961" y="1901220"/>
                <a:ext cx="23774" cy="44257"/>
              </a:xfrm>
              <a:prstGeom prst="rect">
                <a:avLst/>
              </a:prstGeom>
              <a:solidFill>
                <a:srgbClr val="FFFFFF"/>
              </a:solidFill>
              <a:ln/>
            </p:spPr>
          </p:sp>
          <p:sp>
            <p:nvSpPr>
              <p:cNvPr id="17" name="Shape 15"/>
              <p:cNvSpPr/>
              <p:nvPr/>
            </p:nvSpPr>
            <p:spPr>
              <a:xfrm>
                <a:off x="3434852" y="1901220"/>
                <a:ext cx="23774" cy="44257"/>
              </a:xfrm>
              <a:prstGeom prst="rect">
                <a:avLst/>
              </a:prstGeom>
              <a:solidFill>
                <a:srgbClr val="FFFFFF"/>
              </a:solidFill>
              <a:ln/>
            </p:spPr>
          </p:sp>
        </p:grpSp>
        <p:grpSp>
          <p:nvGrpSpPr>
            <p:cNvPr id="150" name="kpi 2">
              <a:extLst>
                <a:ext uri="{FF2B5EF4-FFF2-40B4-BE49-F238E27FC236}">
                  <a16:creationId xmlns:a16="http://schemas.microsoft.com/office/drawing/2014/main" id="{33D9BD99-04BC-DA28-CD2E-10B9C603D053}"/>
                </a:ext>
              </a:extLst>
            </p:cNvPr>
            <p:cNvGrpSpPr/>
            <p:nvPr/>
          </p:nvGrpSpPr>
          <p:grpSpPr>
            <a:xfrm>
              <a:off x="3972154" y="1645920"/>
              <a:ext cx="3313786" cy="1188000"/>
              <a:chOff x="3972154" y="1645920"/>
              <a:chExt cx="3313786" cy="1188000"/>
            </a:xfrm>
          </p:grpSpPr>
          <p:sp>
            <p:nvSpPr>
              <p:cNvPr id="24" name="Shape 22"/>
              <p:cNvSpPr/>
              <p:nvPr/>
            </p:nvSpPr>
            <p:spPr>
              <a:xfrm>
                <a:off x="3972154" y="1645920"/>
                <a:ext cx="3313786" cy="11880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12700">
                <a:solidFill>
                  <a:srgbClr val="E7E3D9"/>
                </a:solidFill>
                <a:prstDash val="solid"/>
              </a:ln>
              <a:effectLst>
                <a:outerShdw blurRad="139700" dist="44450" dir="5400000" algn="bl" rotWithShape="0">
                  <a:srgbClr val="0B1F3A">
                    <a:alpha val="14000"/>
                  </a:srgbClr>
                </a:outerShdw>
              </a:effectLst>
            </p:spPr>
          </p:sp>
          <p:sp>
            <p:nvSpPr>
              <p:cNvPr id="25" name="Shape 23"/>
              <p:cNvSpPr/>
              <p:nvPr/>
            </p:nvSpPr>
            <p:spPr>
              <a:xfrm>
                <a:off x="6664147" y="1792224"/>
                <a:ext cx="457200" cy="457200"/>
              </a:xfrm>
              <a:prstGeom prst="ellipse">
                <a:avLst/>
              </a:prstGeom>
              <a:solidFill>
                <a:srgbClr val="1E8E5A"/>
              </a:solidFill>
              <a:ln/>
              <a:effectLst>
                <a:outerShdw blurRad="88900" dist="25400" dir="5400000" algn="bl" rotWithShape="0">
                  <a:srgbClr val="0B1F3A">
                    <a:alpha val="10000"/>
                  </a:srgbClr>
                </a:outerShdw>
              </a:effectLst>
            </p:spPr>
          </p:sp>
          <p:sp>
            <p:nvSpPr>
              <p:cNvPr id="26" name="Text 24"/>
              <p:cNvSpPr/>
              <p:nvPr/>
            </p:nvSpPr>
            <p:spPr>
              <a:xfrm>
                <a:off x="6664147" y="1792224"/>
                <a:ext cx="45720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1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$</a:t>
                </a:r>
                <a:endParaRPr lang="en-US" sz="2100" dirty="0"/>
              </a:p>
            </p:txBody>
          </p:sp>
        </p:grpSp>
        <p:grpSp>
          <p:nvGrpSpPr>
            <p:cNvPr id="151" name="kpi 3">
              <a:extLst>
                <a:ext uri="{FF2B5EF4-FFF2-40B4-BE49-F238E27FC236}">
                  <a16:creationId xmlns:a16="http://schemas.microsoft.com/office/drawing/2014/main" id="{596A6470-8C9E-593E-38A1-CB8DF26B5CCF}"/>
                </a:ext>
              </a:extLst>
            </p:cNvPr>
            <p:cNvGrpSpPr/>
            <p:nvPr/>
          </p:nvGrpSpPr>
          <p:grpSpPr>
            <a:xfrm>
              <a:off x="7487107" y="1645920"/>
              <a:ext cx="3313786" cy="1188000"/>
              <a:chOff x="7487107" y="1645920"/>
              <a:chExt cx="3313786" cy="1188000"/>
            </a:xfrm>
          </p:grpSpPr>
          <p:sp>
            <p:nvSpPr>
              <p:cNvPr id="33" name="Shape 31"/>
              <p:cNvSpPr/>
              <p:nvPr/>
            </p:nvSpPr>
            <p:spPr>
              <a:xfrm>
                <a:off x="7487107" y="1645920"/>
                <a:ext cx="3313786" cy="11880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12700">
                <a:solidFill>
                  <a:srgbClr val="E7E3D9"/>
                </a:solidFill>
                <a:prstDash val="solid"/>
              </a:ln>
              <a:effectLst>
                <a:outerShdw blurRad="139700" dist="44450" dir="5400000" algn="bl" rotWithShape="0">
                  <a:srgbClr val="0B1F3A">
                    <a:alpha val="14000"/>
                  </a:srgbClr>
                </a:outerShdw>
              </a:effectLst>
            </p:spPr>
          </p:sp>
          <p:sp>
            <p:nvSpPr>
              <p:cNvPr id="34" name="Shape 32"/>
              <p:cNvSpPr/>
              <p:nvPr/>
            </p:nvSpPr>
            <p:spPr>
              <a:xfrm>
                <a:off x="10179101" y="1792224"/>
                <a:ext cx="457200" cy="457200"/>
              </a:xfrm>
              <a:prstGeom prst="ellipse">
                <a:avLst/>
              </a:prstGeom>
              <a:solidFill>
                <a:srgbClr val="10263F"/>
              </a:solidFill>
              <a:ln/>
              <a:effectLst>
                <a:outerShdw blurRad="88900" dist="25400" dir="5400000" algn="bl" rotWithShape="0">
                  <a:srgbClr val="0B1F3A">
                    <a:alpha val="10000"/>
                  </a:srgbClr>
                </a:outerShdw>
              </a:effectLst>
            </p:spPr>
          </p:sp>
          <p:sp>
            <p:nvSpPr>
              <p:cNvPr id="35" name="Text 33"/>
              <p:cNvSpPr/>
              <p:nvPr/>
            </p:nvSpPr>
            <p:spPr>
              <a:xfrm>
                <a:off x="10179101" y="1792224"/>
                <a:ext cx="45720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1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±</a:t>
                </a:r>
                <a:endParaRPr lang="en-US" sz="2100" dirty="0"/>
              </a:p>
            </p:txBody>
          </p:sp>
        </p:grpSp>
        <p:grpSp>
          <p:nvGrpSpPr>
            <p:cNvPr id="152" name="kpi 4">
              <a:extLst>
                <a:ext uri="{FF2B5EF4-FFF2-40B4-BE49-F238E27FC236}">
                  <a16:creationId xmlns:a16="http://schemas.microsoft.com/office/drawing/2014/main" id="{7B4E1123-0F65-9BC9-9E0D-E571E8913B04}"/>
                </a:ext>
              </a:extLst>
            </p:cNvPr>
            <p:cNvGrpSpPr/>
            <p:nvPr/>
          </p:nvGrpSpPr>
          <p:grpSpPr>
            <a:xfrm>
              <a:off x="11002061" y="1645920"/>
              <a:ext cx="3313786" cy="1188000"/>
              <a:chOff x="11002061" y="1645920"/>
              <a:chExt cx="3313786" cy="1188000"/>
            </a:xfrm>
          </p:grpSpPr>
          <p:sp>
            <p:nvSpPr>
              <p:cNvPr id="42" name="Shape 40"/>
              <p:cNvSpPr/>
              <p:nvPr/>
            </p:nvSpPr>
            <p:spPr>
              <a:xfrm>
                <a:off x="11002061" y="1645920"/>
                <a:ext cx="3313786" cy="11880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12700">
                <a:solidFill>
                  <a:srgbClr val="E7E3D9"/>
                </a:solidFill>
                <a:prstDash val="solid"/>
              </a:ln>
              <a:effectLst>
                <a:outerShdw blurRad="139700" dist="44450" dir="5400000" algn="bl" rotWithShape="0">
                  <a:srgbClr val="0B1F3A">
                    <a:alpha val="14000"/>
                  </a:srgbClr>
                </a:outerShdw>
              </a:effectLst>
            </p:spPr>
          </p:sp>
          <p:sp>
            <p:nvSpPr>
              <p:cNvPr id="43" name="Shape 41"/>
              <p:cNvSpPr/>
              <p:nvPr/>
            </p:nvSpPr>
            <p:spPr>
              <a:xfrm>
                <a:off x="13694054" y="1792224"/>
                <a:ext cx="457200" cy="457200"/>
              </a:xfrm>
              <a:prstGeom prst="ellipse">
                <a:avLst/>
              </a:prstGeom>
              <a:solidFill>
                <a:srgbClr val="1E8E5A"/>
              </a:solidFill>
              <a:ln/>
              <a:effectLst>
                <a:outerShdw blurRad="88900" dist="25400" dir="5400000" algn="bl" rotWithShape="0">
                  <a:srgbClr val="0B1F3A">
                    <a:alpha val="10000"/>
                  </a:srgbClr>
                </a:outerShdw>
              </a:effectLst>
            </p:spPr>
          </p:sp>
          <p:sp>
            <p:nvSpPr>
              <p:cNvPr id="44" name="Text 42"/>
              <p:cNvSpPr/>
              <p:nvPr/>
            </p:nvSpPr>
            <p:spPr>
              <a:xfrm>
                <a:off x="13694054" y="1792224"/>
                <a:ext cx="457200" cy="45720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2100" b="1" dirty="0">
                    <a:solidFill>
                      <a:srgbClr val="FFFFFF"/>
                    </a:solidFill>
                    <a:latin typeface="Calibri" pitchFamily="34" charset="0"/>
                    <a:ea typeface="Calibri" pitchFamily="34" charset="-122"/>
                    <a:cs typeface="Calibri" pitchFamily="34" charset="-120"/>
                  </a:rPr>
                  <a:t>%</a:t>
                </a:r>
                <a:endParaRPr lang="en-US" sz="2100" dirty="0"/>
              </a:p>
            </p:txBody>
          </p:sp>
        </p:grpSp>
        <p:grpSp>
          <p:nvGrpSpPr>
            <p:cNvPr id="153" name="kpi 5">
              <a:extLst>
                <a:ext uri="{FF2B5EF4-FFF2-40B4-BE49-F238E27FC236}">
                  <a16:creationId xmlns:a16="http://schemas.microsoft.com/office/drawing/2014/main" id="{386DE15A-487B-3B4D-32C4-139E50FBE027}"/>
                </a:ext>
              </a:extLst>
            </p:cNvPr>
            <p:cNvGrpSpPr/>
            <p:nvPr/>
          </p:nvGrpSpPr>
          <p:grpSpPr>
            <a:xfrm>
              <a:off x="14517014" y="1645920"/>
              <a:ext cx="3313786" cy="1188000"/>
              <a:chOff x="14517014" y="1645920"/>
              <a:chExt cx="3313786" cy="1188000"/>
            </a:xfrm>
          </p:grpSpPr>
          <p:sp>
            <p:nvSpPr>
              <p:cNvPr id="51" name="Shape 49"/>
              <p:cNvSpPr/>
              <p:nvPr/>
            </p:nvSpPr>
            <p:spPr>
              <a:xfrm>
                <a:off x="14517014" y="1645920"/>
                <a:ext cx="3313786" cy="1188000"/>
              </a:xfrm>
              <a:prstGeom prst="roundRect">
                <a:avLst>
                  <a:gd name="adj" fmla="val 8000"/>
                </a:avLst>
              </a:prstGeom>
              <a:solidFill>
                <a:srgbClr val="FFFFFF"/>
              </a:solidFill>
              <a:ln w="12700">
                <a:solidFill>
                  <a:srgbClr val="E7E3D9"/>
                </a:solidFill>
                <a:prstDash val="solid"/>
              </a:ln>
              <a:effectLst>
                <a:outerShdw blurRad="139700" dist="44450" dir="5400000" algn="bl" rotWithShape="0">
                  <a:srgbClr val="0B1F3A">
                    <a:alpha val="14000"/>
                  </a:srgbClr>
                </a:outerShdw>
              </a:effectLst>
            </p:spPr>
          </p:sp>
          <p:sp>
            <p:nvSpPr>
              <p:cNvPr id="52" name="Shape 50"/>
              <p:cNvSpPr/>
              <p:nvPr/>
            </p:nvSpPr>
            <p:spPr>
              <a:xfrm>
                <a:off x="17209008" y="1792224"/>
                <a:ext cx="457200" cy="457200"/>
              </a:xfrm>
              <a:prstGeom prst="ellipse">
                <a:avLst/>
              </a:prstGeom>
              <a:solidFill>
                <a:srgbClr val="10263F"/>
              </a:solidFill>
              <a:ln/>
              <a:effectLst>
                <a:outerShdw blurRad="88900" dist="25400" dir="5400000" algn="bl" rotWithShape="0">
                  <a:srgbClr val="0B1F3A">
                    <a:alpha val="10000"/>
                  </a:srgbClr>
                </a:outerShdw>
              </a:effectLst>
            </p:spPr>
          </p:sp>
          <p:sp>
            <p:nvSpPr>
              <p:cNvPr id="53" name="Shape 51"/>
              <p:cNvSpPr/>
              <p:nvPr/>
            </p:nvSpPr>
            <p:spPr>
              <a:xfrm>
                <a:off x="17305020" y="1901952"/>
                <a:ext cx="265176" cy="228051"/>
              </a:xfrm>
              <a:prstGeom prst="triangle">
                <a:avLst/>
              </a:prstGeom>
              <a:solidFill>
                <a:srgbClr val="FFFFFF"/>
              </a:solidFill>
              <a:ln/>
            </p:spPr>
          </p:sp>
          <p:sp>
            <p:nvSpPr>
              <p:cNvPr id="54" name="Shape 52"/>
              <p:cNvSpPr/>
              <p:nvPr/>
            </p:nvSpPr>
            <p:spPr>
              <a:xfrm>
                <a:off x="17424349" y="1967789"/>
                <a:ext cx="26518" cy="79553"/>
              </a:xfrm>
              <a:prstGeom prst="rect">
                <a:avLst/>
              </a:prstGeom>
              <a:solidFill>
                <a:srgbClr val="10263F"/>
              </a:solidFill>
              <a:ln/>
            </p:spPr>
          </p:sp>
          <p:sp>
            <p:nvSpPr>
              <p:cNvPr id="55" name="Shape 53"/>
              <p:cNvSpPr/>
              <p:nvPr/>
            </p:nvSpPr>
            <p:spPr>
              <a:xfrm>
                <a:off x="17424349" y="2068556"/>
                <a:ext cx="26518" cy="26518"/>
              </a:xfrm>
              <a:prstGeom prst="ellipse">
                <a:avLst/>
              </a:prstGeom>
              <a:solidFill>
                <a:srgbClr val="10263F"/>
              </a:solidFill>
              <a:ln/>
            </p:spPr>
          </p:sp>
        </p:grpSp>
      </p:grpSp>
      <p:grpSp>
        <p:nvGrpSpPr>
          <p:cNvPr id="168" name="Group 167">
            <a:extLst>
              <a:ext uri="{FF2B5EF4-FFF2-40B4-BE49-F238E27FC236}">
                <a16:creationId xmlns:a16="http://schemas.microsoft.com/office/drawing/2014/main" id="{E7AE1229-BD11-287B-C724-E07151988583}"/>
              </a:ext>
            </a:extLst>
          </p:cNvPr>
          <p:cNvGrpSpPr/>
          <p:nvPr/>
        </p:nvGrpSpPr>
        <p:grpSpPr>
          <a:xfrm>
            <a:off x="320240" y="4039117"/>
            <a:ext cx="17595784" cy="5877109"/>
            <a:chOff x="432534" y="4039117"/>
            <a:chExt cx="17595784" cy="5877109"/>
          </a:xfrm>
        </p:grpSpPr>
        <p:grpSp>
          <p:nvGrpSpPr>
            <p:cNvPr id="165" name="Group 164">
              <a:extLst>
                <a:ext uri="{FF2B5EF4-FFF2-40B4-BE49-F238E27FC236}">
                  <a16:creationId xmlns:a16="http://schemas.microsoft.com/office/drawing/2014/main" id="{7339E6C3-DD5E-E39E-142C-09BACA52EAF0}"/>
                </a:ext>
              </a:extLst>
            </p:cNvPr>
            <p:cNvGrpSpPr/>
            <p:nvPr/>
          </p:nvGrpSpPr>
          <p:grpSpPr>
            <a:xfrm>
              <a:off x="432534" y="4048226"/>
              <a:ext cx="8748000" cy="5868000"/>
              <a:chOff x="432534" y="4048226"/>
              <a:chExt cx="8748000" cy="5868000"/>
            </a:xfrm>
          </p:grpSpPr>
          <p:sp>
            <p:nvSpPr>
              <p:cNvPr id="146" name="Shape 73">
                <a:extLst>
                  <a:ext uri="{FF2B5EF4-FFF2-40B4-BE49-F238E27FC236}">
                    <a16:creationId xmlns:a16="http://schemas.microsoft.com/office/drawing/2014/main" id="{F9FA10AC-F0FB-7889-8C67-DF1B5800F9B4}"/>
                  </a:ext>
                </a:extLst>
              </p:cNvPr>
              <p:cNvSpPr/>
              <p:nvPr/>
            </p:nvSpPr>
            <p:spPr>
              <a:xfrm>
                <a:off x="432534" y="4048226"/>
                <a:ext cx="8748000" cy="5868000"/>
              </a:xfrm>
              <a:prstGeom prst="roundRect">
                <a:avLst>
                  <a:gd name="adj" fmla="val 1030"/>
                </a:avLst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rgbClr val="E7E3D9"/>
                </a:solidFill>
                <a:prstDash val="solid"/>
              </a:ln>
              <a:effectLst>
                <a:outerShdw blurRad="114300" dist="38100" dir="5400000" algn="ctr" rotWithShape="0">
                  <a:prstClr val="black">
                    <a:alpha val="16000"/>
                  </a:prstClr>
                </a:outerShdw>
              </a:effectLst>
            </p:spPr>
          </p:sp>
          <p:grpSp>
            <p:nvGrpSpPr>
              <p:cNvPr id="163" name="Left Cahrt">
                <a:extLst>
                  <a:ext uri="{FF2B5EF4-FFF2-40B4-BE49-F238E27FC236}">
                    <a16:creationId xmlns:a16="http://schemas.microsoft.com/office/drawing/2014/main" id="{C78E8562-3D42-9502-A786-A0F272FAF84B}"/>
                  </a:ext>
                </a:extLst>
              </p:cNvPr>
              <p:cNvGrpSpPr/>
              <p:nvPr/>
            </p:nvGrpSpPr>
            <p:grpSpPr>
              <a:xfrm>
                <a:off x="521368" y="4142232"/>
                <a:ext cx="8549640" cy="5660136"/>
                <a:chOff x="521368" y="4142232"/>
                <a:chExt cx="8549640" cy="5660136"/>
              </a:xfrm>
            </p:grpSpPr>
            <p:sp>
              <p:nvSpPr>
                <p:cNvPr id="79" name="Shape 77"/>
                <p:cNvSpPr/>
                <p:nvPr/>
              </p:nvSpPr>
              <p:spPr>
                <a:xfrm>
                  <a:off x="521368" y="4142232"/>
                  <a:ext cx="4183380" cy="2631963"/>
                </a:xfrm>
                <a:prstGeom prst="roundRect">
                  <a:avLst>
                    <a:gd name="adj" fmla="val 3474"/>
                  </a:avLst>
                </a:prstGeom>
                <a:solidFill>
                  <a:srgbClr val="FFFFFF"/>
                </a:solidFill>
                <a:ln w="12700">
                  <a:solidFill>
                    <a:srgbClr val="E7E3D9"/>
                  </a:solidFill>
                  <a:prstDash val="solid"/>
                </a:ln>
                <a:effectLst>
                  <a:outerShdw blurRad="139700" dist="44450" dir="5400000" algn="bl" rotWithShape="0">
                    <a:srgbClr val="0B1F3A">
                      <a:alpha val="14000"/>
                    </a:srgbClr>
                  </a:outerShdw>
                </a:effectLst>
              </p:spPr>
            </p:sp>
            <p:sp>
              <p:nvSpPr>
                <p:cNvPr id="86" name="Shape 84"/>
                <p:cNvSpPr/>
                <p:nvPr/>
              </p:nvSpPr>
              <p:spPr>
                <a:xfrm>
                  <a:off x="4887628" y="4142232"/>
                  <a:ext cx="4183380" cy="2631963"/>
                </a:xfrm>
                <a:prstGeom prst="roundRect">
                  <a:avLst>
                    <a:gd name="adj" fmla="val 3474"/>
                  </a:avLst>
                </a:prstGeom>
                <a:solidFill>
                  <a:srgbClr val="FFFFFF"/>
                </a:solidFill>
                <a:ln w="12700">
                  <a:solidFill>
                    <a:srgbClr val="E7E3D9"/>
                  </a:solidFill>
                  <a:prstDash val="solid"/>
                </a:ln>
                <a:effectLst>
                  <a:outerShdw blurRad="139700" dist="44450" dir="5400000" algn="bl" rotWithShape="0">
                    <a:srgbClr val="0B1F3A">
                      <a:alpha val="14000"/>
                    </a:srgbClr>
                  </a:outerShdw>
                </a:effectLst>
              </p:spPr>
            </p:sp>
            <p:sp>
              <p:nvSpPr>
                <p:cNvPr id="95" name="Shape 93"/>
                <p:cNvSpPr/>
                <p:nvPr/>
              </p:nvSpPr>
              <p:spPr>
                <a:xfrm>
                  <a:off x="521368" y="6957075"/>
                  <a:ext cx="8549640" cy="2845293"/>
                </a:xfrm>
                <a:prstGeom prst="roundRect">
                  <a:avLst>
                    <a:gd name="adj" fmla="val 3214"/>
                  </a:avLst>
                </a:prstGeom>
                <a:solidFill>
                  <a:srgbClr val="FFFFFF"/>
                </a:solidFill>
                <a:ln w="12700">
                  <a:solidFill>
                    <a:srgbClr val="E7E3D9"/>
                  </a:solidFill>
                  <a:prstDash val="solid"/>
                </a:ln>
                <a:effectLst>
                  <a:outerShdw blurRad="139700" dist="44450" dir="5400000" algn="bl" rotWithShape="0">
                    <a:srgbClr val="0B1F3A">
                      <a:alpha val="14000"/>
                    </a:srgbClr>
                  </a:outerShdw>
                </a:effectLst>
              </p:spPr>
            </p:sp>
          </p:grpSp>
        </p:grpSp>
        <p:grpSp>
          <p:nvGrpSpPr>
            <p:cNvPr id="164" name="Rigjt">
              <a:extLst>
                <a:ext uri="{FF2B5EF4-FFF2-40B4-BE49-F238E27FC236}">
                  <a16:creationId xmlns:a16="http://schemas.microsoft.com/office/drawing/2014/main" id="{89EA9C0F-2FD4-0D02-97D4-D7808245AC8A}"/>
                </a:ext>
              </a:extLst>
            </p:cNvPr>
            <p:cNvGrpSpPr/>
            <p:nvPr/>
          </p:nvGrpSpPr>
          <p:grpSpPr>
            <a:xfrm>
              <a:off x="9280318" y="4039117"/>
              <a:ext cx="8748000" cy="5868000"/>
              <a:chOff x="9200108" y="4039117"/>
              <a:chExt cx="8748000" cy="5868000"/>
            </a:xfrm>
          </p:grpSpPr>
          <p:sp>
            <p:nvSpPr>
              <p:cNvPr id="148" name="Shape 73">
                <a:extLst>
                  <a:ext uri="{FF2B5EF4-FFF2-40B4-BE49-F238E27FC236}">
                    <a16:creationId xmlns:a16="http://schemas.microsoft.com/office/drawing/2014/main" id="{62C85015-A490-4E21-40E9-D83AC8BAB07F}"/>
                  </a:ext>
                </a:extLst>
              </p:cNvPr>
              <p:cNvSpPr/>
              <p:nvPr/>
            </p:nvSpPr>
            <p:spPr>
              <a:xfrm>
                <a:off x="9200108" y="4039117"/>
                <a:ext cx="8748000" cy="5868000"/>
              </a:xfrm>
              <a:prstGeom prst="roundRect">
                <a:avLst>
                  <a:gd name="adj" fmla="val 1030"/>
                </a:avLst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rgbClr val="E7E3D9"/>
                </a:solidFill>
                <a:prstDash val="solid"/>
              </a:ln>
              <a:effectLst>
                <a:outerShdw blurRad="114300" dist="38100" dir="5400000" algn="ctr" rotWithShape="0">
                  <a:prstClr val="black">
                    <a:alpha val="16000"/>
                  </a:prstClr>
                </a:outerShdw>
              </a:effectLst>
            </p:spPr>
          </p:sp>
          <p:grpSp>
            <p:nvGrpSpPr>
              <p:cNvPr id="162" name="RIght Chart">
                <a:extLst>
                  <a:ext uri="{FF2B5EF4-FFF2-40B4-BE49-F238E27FC236}">
                    <a16:creationId xmlns:a16="http://schemas.microsoft.com/office/drawing/2014/main" id="{CFA21C65-B065-7F8A-9401-C588137D289E}"/>
                  </a:ext>
                </a:extLst>
              </p:cNvPr>
              <p:cNvGrpSpPr/>
              <p:nvPr/>
            </p:nvGrpSpPr>
            <p:grpSpPr>
              <a:xfrm>
                <a:off x="9281160" y="4142232"/>
                <a:ext cx="8549640" cy="5660136"/>
                <a:chOff x="9281160" y="4142232"/>
                <a:chExt cx="8549640" cy="5660136"/>
              </a:xfrm>
            </p:grpSpPr>
            <p:sp>
              <p:nvSpPr>
                <p:cNvPr id="111" name="Shape 109"/>
                <p:cNvSpPr/>
                <p:nvPr/>
              </p:nvSpPr>
              <p:spPr>
                <a:xfrm>
                  <a:off x="9281160" y="4142232"/>
                  <a:ext cx="8549640" cy="2631963"/>
                </a:xfrm>
                <a:prstGeom prst="roundRect">
                  <a:avLst>
                    <a:gd name="adj" fmla="val 3474"/>
                  </a:avLst>
                </a:prstGeom>
                <a:solidFill>
                  <a:srgbClr val="FFFFFF"/>
                </a:solidFill>
                <a:ln w="12700">
                  <a:solidFill>
                    <a:srgbClr val="E7E3D9"/>
                  </a:solidFill>
                  <a:prstDash val="solid"/>
                </a:ln>
                <a:effectLst>
                  <a:outerShdw blurRad="139700" dist="44450" dir="5400000" algn="bl" rotWithShape="0">
                    <a:srgbClr val="0B1F3A">
                      <a:alpha val="14000"/>
                    </a:srgbClr>
                  </a:outerShdw>
                </a:effectLst>
              </p:spPr>
            </p:sp>
            <p:sp>
              <p:nvSpPr>
                <p:cNvPr id="125" name="Shape 123"/>
                <p:cNvSpPr/>
                <p:nvPr/>
              </p:nvSpPr>
              <p:spPr>
                <a:xfrm>
                  <a:off x="9281160" y="6957075"/>
                  <a:ext cx="4183380" cy="2845293"/>
                </a:xfrm>
                <a:prstGeom prst="roundRect">
                  <a:avLst>
                    <a:gd name="adj" fmla="val 3214"/>
                  </a:avLst>
                </a:prstGeom>
                <a:solidFill>
                  <a:srgbClr val="FFFFFF"/>
                </a:solidFill>
                <a:ln w="12700">
                  <a:solidFill>
                    <a:srgbClr val="E7E3D9"/>
                  </a:solidFill>
                  <a:prstDash val="solid"/>
                </a:ln>
                <a:effectLst>
                  <a:outerShdw blurRad="139700" dist="44450" dir="5400000" algn="bl" rotWithShape="0">
                    <a:srgbClr val="0B1F3A">
                      <a:alpha val="14000"/>
                    </a:srgbClr>
                  </a:outerShdw>
                </a:effectLst>
              </p:spPr>
            </p:sp>
            <p:sp>
              <p:nvSpPr>
                <p:cNvPr id="134" name="Shape 132"/>
                <p:cNvSpPr/>
                <p:nvPr/>
              </p:nvSpPr>
              <p:spPr>
                <a:xfrm>
                  <a:off x="13647420" y="6957075"/>
                  <a:ext cx="4183380" cy="2845293"/>
                </a:xfrm>
                <a:prstGeom prst="roundRect">
                  <a:avLst>
                    <a:gd name="adj" fmla="val 3214"/>
                  </a:avLst>
                </a:prstGeom>
                <a:solidFill>
                  <a:srgbClr val="FFFFFF"/>
                </a:solidFill>
                <a:ln w="12700">
                  <a:solidFill>
                    <a:srgbClr val="E7E3D9"/>
                  </a:solidFill>
                  <a:prstDash val="solid"/>
                </a:ln>
                <a:effectLst>
                  <a:outerShdw blurRad="139700" dist="44450" dir="5400000" algn="bl" rotWithShape="0">
                    <a:srgbClr val="0B1F3A">
                      <a:alpha val="14000"/>
                    </a:srgbClr>
                  </a:outerShdw>
                </a:effectLst>
              </p:spPr>
            </p:sp>
          </p:grpSp>
        </p:grpSp>
      </p:grpSp>
      <p:grpSp>
        <p:nvGrpSpPr>
          <p:cNvPr id="178" name="Slicer">
            <a:extLst>
              <a:ext uri="{FF2B5EF4-FFF2-40B4-BE49-F238E27FC236}">
                <a16:creationId xmlns:a16="http://schemas.microsoft.com/office/drawing/2014/main" id="{B999EB64-63F7-FEEF-EF1A-7276810FA8EF}"/>
              </a:ext>
            </a:extLst>
          </p:cNvPr>
          <p:cNvGrpSpPr/>
          <p:nvPr/>
        </p:nvGrpSpPr>
        <p:grpSpPr>
          <a:xfrm>
            <a:off x="457200" y="2943648"/>
            <a:ext cx="17373600" cy="963518"/>
            <a:chOff x="457200" y="3264408"/>
            <a:chExt cx="17373600" cy="658800"/>
          </a:xfrm>
        </p:grpSpPr>
        <p:sp>
          <p:nvSpPr>
            <p:cNvPr id="179" name="Shape 61">
              <a:extLst>
                <a:ext uri="{FF2B5EF4-FFF2-40B4-BE49-F238E27FC236}">
                  <a16:creationId xmlns:a16="http://schemas.microsoft.com/office/drawing/2014/main" id="{A1F13B04-E0C8-F26E-A9AC-0B4E43D0B99D}"/>
                </a:ext>
              </a:extLst>
            </p:cNvPr>
            <p:cNvSpPr/>
            <p:nvPr/>
          </p:nvSpPr>
          <p:spPr>
            <a:xfrm>
              <a:off x="457200" y="3264408"/>
              <a:ext cx="4192524" cy="658800"/>
            </a:xfrm>
            <a:prstGeom prst="roundRect">
              <a:avLst>
                <a:gd name="adj" fmla="val 16701"/>
              </a:avLst>
            </a:prstGeom>
            <a:solidFill>
              <a:srgbClr val="FFFFFF"/>
            </a:solidFill>
            <a:ln w="12700">
              <a:solidFill>
                <a:srgbClr val="E7E3D9"/>
              </a:solidFill>
              <a:prstDash val="solid"/>
            </a:ln>
            <a:effectLst>
              <a:outerShdw blurRad="88900" dist="25400" dir="5400000" algn="bl" rotWithShape="0">
                <a:srgbClr val="0B1F3A">
                  <a:alpha val="10000"/>
                </a:srgbClr>
              </a:outerShdw>
            </a:effectLst>
          </p:spPr>
        </p:sp>
        <p:sp>
          <p:nvSpPr>
            <p:cNvPr id="180" name="Shape 62">
              <a:extLst>
                <a:ext uri="{FF2B5EF4-FFF2-40B4-BE49-F238E27FC236}">
                  <a16:creationId xmlns:a16="http://schemas.microsoft.com/office/drawing/2014/main" id="{CC69E20A-19A4-5D2F-E620-87D746D4C84B}"/>
                </a:ext>
              </a:extLst>
            </p:cNvPr>
            <p:cNvSpPr/>
            <p:nvPr/>
          </p:nvSpPr>
          <p:spPr>
            <a:xfrm>
              <a:off x="585216" y="3520520"/>
              <a:ext cx="169200" cy="115690"/>
            </a:xfrm>
            <a:prstGeom prst="ellipse">
              <a:avLst/>
            </a:prstGeom>
            <a:solidFill>
              <a:srgbClr val="10263F"/>
            </a:solidFill>
            <a:ln/>
          </p:spPr>
        </p:sp>
        <p:sp>
          <p:nvSpPr>
            <p:cNvPr id="181" name="Shape 65">
              <a:extLst>
                <a:ext uri="{FF2B5EF4-FFF2-40B4-BE49-F238E27FC236}">
                  <a16:creationId xmlns:a16="http://schemas.microsoft.com/office/drawing/2014/main" id="{9D63EEF1-4B82-ED20-A1BC-A027106C6B35}"/>
                </a:ext>
              </a:extLst>
            </p:cNvPr>
            <p:cNvSpPr/>
            <p:nvPr/>
          </p:nvSpPr>
          <p:spPr>
            <a:xfrm>
              <a:off x="4850892" y="3264408"/>
              <a:ext cx="4192524" cy="658800"/>
            </a:xfrm>
            <a:prstGeom prst="roundRect">
              <a:avLst>
                <a:gd name="adj" fmla="val 16701"/>
              </a:avLst>
            </a:prstGeom>
            <a:solidFill>
              <a:srgbClr val="FFFFFF"/>
            </a:solidFill>
            <a:ln w="12700">
              <a:solidFill>
                <a:srgbClr val="E7E3D9"/>
              </a:solidFill>
              <a:prstDash val="solid"/>
            </a:ln>
            <a:effectLst>
              <a:outerShdw blurRad="88900" dist="25400" dir="5400000" algn="bl" rotWithShape="0">
                <a:srgbClr val="0B1F3A">
                  <a:alpha val="10000"/>
                </a:srgbClr>
              </a:outerShdw>
            </a:effectLst>
          </p:spPr>
        </p:sp>
        <p:sp>
          <p:nvSpPr>
            <p:cNvPr id="182" name="Shape 66">
              <a:extLst>
                <a:ext uri="{FF2B5EF4-FFF2-40B4-BE49-F238E27FC236}">
                  <a16:creationId xmlns:a16="http://schemas.microsoft.com/office/drawing/2014/main" id="{735C1CFA-2AC5-CFD2-9DDB-C09376FE6FE5}"/>
                </a:ext>
              </a:extLst>
            </p:cNvPr>
            <p:cNvSpPr/>
            <p:nvPr/>
          </p:nvSpPr>
          <p:spPr>
            <a:xfrm>
              <a:off x="4978908" y="3520520"/>
              <a:ext cx="169200" cy="115690"/>
            </a:xfrm>
            <a:prstGeom prst="ellipse">
              <a:avLst/>
            </a:prstGeom>
            <a:solidFill>
              <a:srgbClr val="1E8E5A"/>
            </a:solidFill>
            <a:ln/>
          </p:spPr>
        </p:sp>
        <p:sp>
          <p:nvSpPr>
            <p:cNvPr id="183" name="Shape 69">
              <a:extLst>
                <a:ext uri="{FF2B5EF4-FFF2-40B4-BE49-F238E27FC236}">
                  <a16:creationId xmlns:a16="http://schemas.microsoft.com/office/drawing/2014/main" id="{42AE9DA4-612D-8DEB-59E5-4F47096FA9EB}"/>
                </a:ext>
              </a:extLst>
            </p:cNvPr>
            <p:cNvSpPr/>
            <p:nvPr/>
          </p:nvSpPr>
          <p:spPr>
            <a:xfrm>
              <a:off x="9244584" y="3264408"/>
              <a:ext cx="4192524" cy="658800"/>
            </a:xfrm>
            <a:prstGeom prst="roundRect">
              <a:avLst>
                <a:gd name="adj" fmla="val 13371"/>
              </a:avLst>
            </a:prstGeom>
            <a:solidFill>
              <a:srgbClr val="FFFFFF"/>
            </a:solidFill>
            <a:ln w="12700">
              <a:solidFill>
                <a:srgbClr val="E7E3D9"/>
              </a:solidFill>
              <a:prstDash val="solid"/>
            </a:ln>
            <a:effectLst>
              <a:outerShdw blurRad="88900" dist="25400" dir="5400000" algn="bl" rotWithShape="0">
                <a:srgbClr val="0B1F3A">
                  <a:alpha val="10000"/>
                </a:srgbClr>
              </a:outerShdw>
            </a:effectLst>
          </p:spPr>
        </p:sp>
        <p:sp>
          <p:nvSpPr>
            <p:cNvPr id="184" name="Shape 70">
              <a:extLst>
                <a:ext uri="{FF2B5EF4-FFF2-40B4-BE49-F238E27FC236}">
                  <a16:creationId xmlns:a16="http://schemas.microsoft.com/office/drawing/2014/main" id="{E67039C4-39E4-A02D-6AE8-A0AACAFACDCA}"/>
                </a:ext>
              </a:extLst>
            </p:cNvPr>
            <p:cNvSpPr/>
            <p:nvPr/>
          </p:nvSpPr>
          <p:spPr>
            <a:xfrm>
              <a:off x="9372600" y="3520520"/>
              <a:ext cx="169200" cy="115690"/>
            </a:xfrm>
            <a:prstGeom prst="ellipse">
              <a:avLst/>
            </a:prstGeom>
            <a:solidFill>
              <a:srgbClr val="10263F"/>
            </a:solidFill>
            <a:ln/>
          </p:spPr>
        </p:sp>
        <p:sp>
          <p:nvSpPr>
            <p:cNvPr id="185" name="Shape 73">
              <a:extLst>
                <a:ext uri="{FF2B5EF4-FFF2-40B4-BE49-F238E27FC236}">
                  <a16:creationId xmlns:a16="http://schemas.microsoft.com/office/drawing/2014/main" id="{04F43660-137D-A0D0-E9CB-7DE808CBD929}"/>
                </a:ext>
              </a:extLst>
            </p:cNvPr>
            <p:cNvSpPr/>
            <p:nvPr/>
          </p:nvSpPr>
          <p:spPr>
            <a:xfrm>
              <a:off x="13638276" y="3264408"/>
              <a:ext cx="4192524" cy="658800"/>
            </a:xfrm>
            <a:prstGeom prst="roundRect">
              <a:avLst>
                <a:gd name="adj" fmla="val 21696"/>
              </a:avLst>
            </a:prstGeom>
            <a:solidFill>
              <a:srgbClr val="FFFFFF"/>
            </a:solidFill>
            <a:ln w="12700">
              <a:solidFill>
                <a:srgbClr val="E7E3D9"/>
              </a:solidFill>
              <a:prstDash val="solid"/>
            </a:ln>
            <a:effectLst>
              <a:outerShdw blurRad="88900" dist="25400" dir="5400000" algn="bl" rotWithShape="0">
                <a:srgbClr val="0B1F3A">
                  <a:alpha val="10000"/>
                </a:srgbClr>
              </a:outerShdw>
            </a:effectLst>
          </p:spPr>
        </p:sp>
        <p:sp>
          <p:nvSpPr>
            <p:cNvPr id="186" name="Shape 74">
              <a:extLst>
                <a:ext uri="{FF2B5EF4-FFF2-40B4-BE49-F238E27FC236}">
                  <a16:creationId xmlns:a16="http://schemas.microsoft.com/office/drawing/2014/main" id="{B61249B3-3D4F-C536-1332-177B17987EE9}"/>
                </a:ext>
              </a:extLst>
            </p:cNvPr>
            <p:cNvSpPr/>
            <p:nvPr/>
          </p:nvSpPr>
          <p:spPr>
            <a:xfrm>
              <a:off x="13766292" y="3520520"/>
              <a:ext cx="169200" cy="115690"/>
            </a:xfrm>
            <a:prstGeom prst="ellipse">
              <a:avLst/>
            </a:prstGeom>
            <a:solidFill>
              <a:srgbClr val="1E8E5A"/>
            </a:solidFill>
            <a:ln/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1811</TotalTime>
  <Words>74</Words>
  <Application>Microsoft Office PowerPoint</Application>
  <PresentationFormat>Custom</PresentationFormat>
  <Paragraphs>21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HP</cp:lastModifiedBy>
  <cp:revision>8</cp:revision>
  <dcterms:created xsi:type="dcterms:W3CDTF">2026-08-10T02:03:48Z</dcterms:created>
  <dcterms:modified xsi:type="dcterms:W3CDTF">2026-08-11T08:31:27Z</dcterms:modified>
</cp:coreProperties>
</file>